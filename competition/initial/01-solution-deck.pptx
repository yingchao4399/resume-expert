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</a:rPr>
              <a:t>GOAI 新智基座｜Agent Infra · 复杂任务多 Agent 自主协同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Microsoft YaHei"/>
                <a:ea typeface="Microsoft YaHei"/>
              </a:rPr>
              <a:t>职途智策 AgentTeam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F3A93"/>
                </a:solidFill>
                <a:latin typeface="Microsoft YaHei"/>
                <a:ea typeface="Microsoft YaHei"/>
              </a:rPr>
              <a:t>面向求职决策的可信多 Agent 协作系统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2194560" cy="45720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Microsoft YaHei"/>
                <a:ea typeface="Microsoft YaHei"/>
              </a:rPr>
              <a:t>参赛者：张英超 · 个人参赛 · 初赛 V0.1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59E0B"/>
                </a:solidFill>
                <a:latin typeface="Microsoft YaHei"/>
                <a:ea typeface="Microsoft YaHei"/>
              </a:rPr>
              <a:t>AgentTeams   Skill   可信门禁   可观测   可回放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场景：可信求职决策是普遍且真实的问题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02/13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核心问题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求职者的难点不是“简历不好看”，而是把零散经历变成可验证事实再做可信决策。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目标用户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求职者（校招/社招）、求职辅导者。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输入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JD 原文 + 原始简历 + 项目化经历事实。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输出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可信岗位准备度、定制优化简历、可审计投递交付。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9768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A93"/>
                </a:solidFill>
                <a:latin typeface="Microsoft YaHei"/>
                <a:ea typeface="Microsoft YaHei"/>
              </a:rPr>
              <a:t>行业可复制性：任何“材料 → 决策 → 交付”的高可信场景（晋升、留学、招标）。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9488"/>
                </a:solidFill>
                <a:latin typeface="Microsoft YaHei"/>
                <a:ea typeface="Microsoft YaHei"/>
              </a:rPr>
              <a:t>真实价值：减少误读与虚构，把主观美化变为可追溯、可复现的决策闭环。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痛点：四个高频失真的来源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03/13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11D48"/>
                </a:solidFill>
                <a:latin typeface="Microsoft YaHei"/>
                <a:ea typeface="Microsoft YaHei"/>
              </a:rPr>
              <a:t>JD 误读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关键词堆砌、漏读优先级与否定条件，把推断当要求。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11D48"/>
                </a:solidFill>
                <a:latin typeface="Microsoft YaHei"/>
                <a:ea typeface="Microsoft YaHei"/>
              </a:rPr>
              <a:t>经历虚构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AI 改写无依据、成果无法溯源，量化数字随口编。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11D48"/>
                </a:solidFill>
                <a:latin typeface="Microsoft YaHei"/>
                <a:ea typeface="Microsoft YaHei"/>
              </a:rPr>
              <a:t>版本混乱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多岗位版本交叉污染，新旧材料混用，导出旧结果。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11D48"/>
                </a:solidFill>
                <a:latin typeface="Microsoft YaHei"/>
                <a:ea typeface="Microsoft YaHei"/>
              </a:rPr>
              <a:t>结果不可审计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评分靠模型自报，无法回放、无法复核。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方案总览：从材料到交付的可信闭环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04/13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4116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材料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岗位/JD/简历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276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708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分析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决策地图·匹配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制作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优化+草稿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460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7892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交付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ATS门禁+导出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66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Microsoft YaHei"/>
                <a:ea typeface="Microsoft YaHei"/>
              </a:rPr>
              <a:t>识别到 ≠ 可信：需求、事实、优化项、最终简历都有确认门禁。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89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●  事实库带原文引用与确认状态，全程可追溯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●  面试策略为辅助流程，不阻塞简历交付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AgentTeams 架构：分层 + 主控路由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05/13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入口层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岗位 / JD / 简历 / 证据 / 导出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3F6F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AgentTeams 编排层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主控：任务拆解 · 阶段路由 · 上下文编排 · 状态追踪 · 升级决策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004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多 Agent 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JobRequirementAnalyst · EvidenceCurator · ResumeStrategist · QualityDeliveryGuardian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233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Skill 能力层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材料校验 · JD 决策地图 · 事实检索 · 补证 · 可信改写 · 交付门禁 · Trace · 评测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463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连接器契约层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DirectLLM / Mock / 导入解析 / 导出（MCP 等价契约）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6692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证据治理层  </a:t>
            </a: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共享状态 + Studio Trace + Zod 校验 + 评测集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完整任务链路：一条可追溯闭环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06/13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471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JD 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071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7663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确认需求地图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人工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9263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73855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5455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0047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准备度/缺口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6239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定向补证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839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2431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优化制作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4031" y="2240280"/>
            <a:ext cx="1645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18623" y="201168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交付导出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57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缺口 → 补证 → 重匹配 构成回流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976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●  依赖变化 → 结果置为过期，禁止导出旧结果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●  上下文传递：requirementId · claimId · traceId 贯穿引用链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Agent 身份与协作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07/13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2763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27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关键边界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4086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93"/>
                </a:solidFill>
                <a:latin typeface="Microsoft YaHei"/>
                <a:ea typeface="Microsoft YaHei"/>
              </a:rPr>
              <a:t>JobRequirementAnalyst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40864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4155"/>
                </a:solidFill>
                <a:latin typeface="Microsoft YaHei"/>
                <a:ea typeface="Microsoft YaHei"/>
              </a:rPr>
              <a:t>JD → 带原文锚点的需求地图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340864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产出为候选，须人工确认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93"/>
                </a:solidFill>
                <a:latin typeface="Microsoft YaHei"/>
                <a:ea typeface="Microsoft YaHei"/>
              </a:rPr>
              <a:t>EvidenceCurator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54096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4155"/>
                </a:solidFill>
                <a:latin typeface="Microsoft YaHei"/>
                <a:ea typeface="Microsoft YaHei"/>
              </a:rPr>
              <a:t>事实检索 / 筛选 / 补证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05409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事实须逐条人工确认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673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93"/>
                </a:solidFill>
                <a:latin typeface="Microsoft YaHei"/>
                <a:ea typeface="Microsoft YaHei"/>
              </a:rPr>
              <a:t>ResumeStrategist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767328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4155"/>
                </a:solidFill>
                <a:latin typeface="Microsoft YaHei"/>
                <a:ea typeface="Microsoft YaHei"/>
              </a:rPr>
              <a:t>仅基于已确认事实生成优化与草稿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76732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不引入未确认成果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93"/>
                </a:solidFill>
                <a:latin typeface="Microsoft YaHei"/>
                <a:ea typeface="Microsoft YaHei"/>
              </a:rPr>
              <a:t>QualityDeliveryGuardian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4155"/>
                </a:solidFill>
                <a:latin typeface="Microsoft YaHei"/>
                <a:ea typeface="Microsoft YaHei"/>
              </a:rPr>
              <a:t>Schema/引用/过期/ATS/导出门禁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480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仅已确认且非过期可导出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主控只做路由与编排，不直接写简历/事实/导出；高风险写入与最终导出上抛人工确认。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Skill 体系：能力抽象层（必选项）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08/13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material-validation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材料校验 → 主控前置门禁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jd-decision-map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JD 决策地图 → 需求分析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fact-retrieval / evidence-curation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事实检索与补证 → 事实策展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trusted-rewrite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可信改写 → 简历策略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805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7200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delivery-gate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交付门禁 → 质量守护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4805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7200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trace-observability / mock-evaluation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可观测与评测 → 全部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统一披露：输入输出 / 调用条件 / 依赖 / 失败处理 / 权限安全 / 复用价值（见材料 04）。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数据与可信机制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09/13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8327" y="173736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候选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AI 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4247" y="19659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72887" y="173736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待复核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人工核对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8807" y="19659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3F6FC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67447" y="173736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F6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已确认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参与交付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过期传播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依赖变化后下游结果置为已过期并锁定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2004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9184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四道人工门禁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需求确认·证据确认·优化采用·最终导出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确定性评分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准备度由 TypeScript 按证据强度计算，非模型自报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66344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全程可审计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引用链 + Trace 可回放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工程与可观测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10/13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结构化校验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Zod 请求与输出校验；OpenAI 严格 JSON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资源控制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心跳·取消·2分钟硬上限·调用预算·超时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可观测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Prompt Registry + Studio Trace 可回放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93"/>
                </a:solidFill>
                <a:latin typeface="Microsoft YaHei"/>
                <a:ea typeface="Microsoft YaHei"/>
              </a:rPr>
              <a:t>可复现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DirectLLM 主路径 + Mock 离线确定性路径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891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9488"/>
                </a:solidFill>
                <a:latin typeface="Microsoft YaHei"/>
                <a:ea typeface="Microsoft YaHei"/>
              </a:rPr>
              <a:t>测试与评测：Vitest 155 用例 + Playwright e2e + 合成评测集（schema/F1/召回/保持）。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当前 Demo：合成材料的可信闭环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11/13</a:t>
            </a:r>
          </a:p>
        </p:txBody>
      </p:sp>
      <p:pic>
        <p:nvPicPr>
          <p:cNvPr id="6" name="Picture 5" descr="01-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36576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72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材料</a:t>
            </a:r>
          </a:p>
        </p:txBody>
      </p:sp>
      <p:pic>
        <p:nvPicPr>
          <p:cNvPr id="8" name="Picture 7" descr="02-requirement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37360"/>
            <a:ext cx="36576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0" y="4572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需求地图确认</a:t>
            </a:r>
          </a:p>
        </p:txBody>
      </p:sp>
      <p:pic>
        <p:nvPicPr>
          <p:cNvPr id="10" name="Picture 9" descr="03-fact-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737360"/>
            <a:ext cx="365760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4572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JD → 确认需求地图 → 匹配事实 → 优化 → 导出（合成数据，另含最终简历/导出门禁/Trace/评测截图）。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安全、开放与合规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12/13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本地优先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简历/事实/Trace 存浏览器本地，无服务端数据库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隐私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不采集不上传；演示评测用合成数据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模型服务披露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用户自配兼容服务；Mock 可复现；API Key 不外泄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0896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Microsoft YaHei"/>
                <a:ea typeface="Microsoft YaHei"/>
              </a:rPr>
              <a:t>开源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</a:rPr>
              <a:t>仓库已公开；复赛前落地 LICENSE/依赖/部署/贡献规范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976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Microsoft YaHei"/>
                <a:ea typeface="Microsoft YaHei"/>
              </a:rPr>
              <a:t>MCP：本阶段提供等价连接器契约，迁移仅需协议适配（见材料 05）。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46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Microsoft YaHei"/>
                <a:ea typeface="Microsoft YaHei"/>
              </a:rPr>
              <a:t>RAG：以结构化事实 + 稳定 ID + 确定性筛选代替知识库 RAG。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复赛路线：从方案到可运行系统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371600" cy="64008"/>
          </a:xfrm>
          <a:prstGeom prst="rect">
            <a:avLst/>
          </a:prstGeom>
          <a:solidFill>
            <a:srgbClr val="1F3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13/13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F3A9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AgentTeams 运行时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主控 + 4 Agent 可执行协同层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0632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F3A9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283464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Skill 包工程化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版本/发布/回滚/评估/分发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8344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8344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F3A93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83464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可执行 Demo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完整链路 + 日志/Trace/指标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06056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06056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F3A93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83464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回放评测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Golden/Badcase 数据集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73768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8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F3A93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3768" y="283464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公开工程材料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34155"/>
                </a:solidFill>
                <a:latin typeface="Microsoft YaHei"/>
                <a:ea typeface="Microsoft YaHei"/>
              </a:rPr>
              <a:t>LICENSE/依赖/部署/贡献规范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949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</a:rPr>
              <a:t>初赛：可信方案 + 证据；复赛：可运行、可验证、可审计、可持续演进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